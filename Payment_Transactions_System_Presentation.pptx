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2" r:id="rId15"/>
    <p:sldId id="273" r:id="rId16"/>
    <p:sldId id="274" r:id="rId17"/>
    <p:sldId id="275" r:id="rId18"/>
    <p:sldId id="276" r:id="rId19"/>
    <p:sldId id="268" r:id="rId20"/>
    <p:sldId id="277" r:id="rId21"/>
    <p:sldId id="278" r:id="rId22"/>
    <p:sldId id="279" r:id="rId23"/>
    <p:sldId id="270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3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3821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80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345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183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8436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1447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911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2944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5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737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790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896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415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13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592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970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6267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131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F9808D-8153-A36A-3221-2BE8C5830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G" b="1" dirty="0"/>
              <a:t>DATABASE GROUP 3 PROJECT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1C96DB-8616-78AB-E127-16187A400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7651376" cy="238012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G" dirty="0"/>
          </a:p>
          <a:p>
            <a:r>
              <a:rPr lang="en-UG" dirty="0"/>
              <a:t>By; </a:t>
            </a:r>
          </a:p>
          <a:p>
            <a:r>
              <a:rPr lang="en-UG" dirty="0"/>
              <a:t>AKAMUMPA  MARTIN</a:t>
            </a:r>
          </a:p>
          <a:p>
            <a:r>
              <a:rPr lang="en-UG" dirty="0"/>
              <a:t>REGNO;</a:t>
            </a:r>
          </a:p>
          <a:p>
            <a:r>
              <a:rPr lang="en-UG" dirty="0"/>
              <a:t>2025/BCS/023/PS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047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Salon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dirty="0"/>
              <a:t> </a:t>
            </a:r>
            <a:r>
              <a:rPr lang="en-US" dirty="0"/>
              <a:t>As a group, we selected the Sal</a:t>
            </a:r>
            <a:r>
              <a:rPr lang="en-UG" dirty="0"/>
              <a:t>o</a:t>
            </a:r>
            <a:r>
              <a:rPr lang="en-US" dirty="0"/>
              <a:t>on Management System as our area of interest. This </a:t>
            </a:r>
            <a:r>
              <a:rPr lang="en-UG" dirty="0"/>
              <a:t>is </a:t>
            </a:r>
            <a:r>
              <a:rPr lang="en-US" dirty="0"/>
              <a:t>because it involves multiple operations such as managing customers, appointments, services</a:t>
            </a:r>
            <a:r>
              <a:rPr lang="en-UG" dirty="0"/>
              <a:t> </a:t>
            </a:r>
            <a:r>
              <a:rPr lang="en-US" dirty="0"/>
              <a:t>and financial transactions making it suitable for database design and implementation</a:t>
            </a:r>
            <a:r>
              <a:rPr lang="en-UG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PAYMENT AND TRANSACTIONS DATABASE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G" dirty="0"/>
              <a:t>Personally, </a:t>
            </a:r>
            <a:r>
              <a:rPr lang="en-US" dirty="0"/>
              <a:t>I</a:t>
            </a:r>
            <a:r>
              <a:rPr lang="en-UG" dirty="0"/>
              <a:t> </a:t>
            </a:r>
            <a:r>
              <a:rPr lang="en-US" dirty="0"/>
              <a:t> focus</a:t>
            </a:r>
            <a:r>
              <a:rPr lang="en-UG" dirty="0"/>
              <a:t>ed</a:t>
            </a:r>
            <a:r>
              <a:rPr lang="en-US" dirty="0"/>
              <a:t> on the Payment and Transactions Management subsystem.</a:t>
            </a:r>
            <a:r>
              <a:rPr lang="en-UG" dirty="0"/>
              <a:t> </a:t>
            </a:r>
          </a:p>
          <a:p>
            <a:endParaRPr lang="en-UG" dirty="0"/>
          </a:p>
          <a:p>
            <a:r>
              <a:rPr lang="en-US" dirty="0"/>
              <a:t>The reason for choosing this subsystem is because financial management is a critical aspect of any business. A well-designed payment and transaction system ensures accuracy, reduces errors, and provides reliable records for decision-making. It also helps the organization track revenue and analyze payment trends effectively.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Reasons for choosing the transactions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Easy to use</a:t>
            </a:r>
          </a:p>
          <a:p>
            <a:r>
              <a:rPr dirty="0"/>
              <a:t>- Open-source</a:t>
            </a:r>
          </a:p>
          <a:p>
            <a:r>
              <a:rPr dirty="0"/>
              <a:t>- Supports relationships</a:t>
            </a:r>
          </a:p>
          <a:p>
            <a:r>
              <a:rPr dirty="0"/>
              <a:t>- Works with XAMPP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Application Domain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Handles:</a:t>
            </a:r>
          </a:p>
          <a:p>
            <a:r>
              <a:rPr dirty="0"/>
              <a:t>- Customer payments</a:t>
            </a:r>
          </a:p>
          <a:p>
            <a:r>
              <a:rPr dirty="0"/>
              <a:t>- Payment tracking</a:t>
            </a:r>
          </a:p>
          <a:p>
            <a:r>
              <a:rPr dirty="0"/>
              <a:t>- Receipt generation</a:t>
            </a:r>
          </a:p>
          <a:p>
            <a:r>
              <a:rPr dirty="0"/>
              <a:t>- Daily income monitoring</a:t>
            </a:r>
          </a:p>
          <a:p>
            <a:r>
              <a:rPr dirty="0"/>
              <a:t>Users:</a:t>
            </a:r>
          </a:p>
          <a:p>
            <a:r>
              <a:rPr dirty="0"/>
              <a:t>Cashier, Manager, Accountant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b="1" dirty="0"/>
              <a:t>Tangible:</a:t>
            </a:r>
          </a:p>
          <a:p>
            <a:r>
              <a:rPr dirty="0"/>
              <a:t>Accurate records</a:t>
            </a:r>
          </a:p>
          <a:p>
            <a:r>
              <a:rPr dirty="0"/>
              <a:t>Faster work</a:t>
            </a:r>
          </a:p>
          <a:p>
            <a:r>
              <a:rPr dirty="0"/>
              <a:t>Easy to calculate daily income</a:t>
            </a:r>
          </a:p>
          <a:p>
            <a:endParaRPr dirty="0"/>
          </a:p>
          <a:p>
            <a:r>
              <a:rPr b="1" dirty="0"/>
              <a:t>Intangible:</a:t>
            </a:r>
          </a:p>
          <a:p>
            <a:r>
              <a:rPr dirty="0"/>
              <a:t>Better decisions</a:t>
            </a:r>
          </a:p>
          <a:p>
            <a:r>
              <a:rPr dirty="0"/>
              <a:t> Customer trust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b="1" dirty="0"/>
              <a:t>Tangible:</a:t>
            </a:r>
          </a:p>
          <a:p>
            <a:r>
              <a:rPr dirty="0"/>
              <a:t>- Hardware</a:t>
            </a:r>
          </a:p>
          <a:p>
            <a:r>
              <a:rPr dirty="0"/>
              <a:t>- Setup</a:t>
            </a:r>
          </a:p>
          <a:p>
            <a:endParaRPr dirty="0"/>
          </a:p>
          <a:p>
            <a:r>
              <a:rPr b="1" dirty="0"/>
              <a:t>Intangible:</a:t>
            </a:r>
          </a:p>
          <a:p>
            <a:r>
              <a:rPr dirty="0"/>
              <a:t>- Training</a:t>
            </a:r>
          </a:p>
          <a:p>
            <a:r>
              <a:rPr dirty="0"/>
              <a:t>- Adaptation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User </a:t>
            </a:r>
            <a:r>
              <a:rPr lang="en-US" b="1" dirty="0"/>
              <a:t>Challenges</a:t>
            </a:r>
            <a:r>
              <a:rPr b="1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Training required since some workers may not know how to use computers.</a:t>
            </a:r>
          </a:p>
          <a:p>
            <a:r>
              <a:rPr dirty="0"/>
              <a:t>Resistance to change due to fear of new machines or technology.</a:t>
            </a:r>
          </a:p>
          <a:p>
            <a:r>
              <a:rPr dirty="0"/>
              <a:t>Basic computer skills needed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b="1" dirty="0"/>
              <a:t>Technical:</a:t>
            </a:r>
          </a:p>
          <a:p>
            <a:r>
              <a:rPr dirty="0"/>
              <a:t>System failure/crashes.</a:t>
            </a:r>
          </a:p>
          <a:p>
            <a:r>
              <a:rPr dirty="0"/>
              <a:t>Data loss</a:t>
            </a:r>
          </a:p>
          <a:p>
            <a:r>
              <a:rPr dirty="0"/>
              <a:t>Hackers</a:t>
            </a:r>
          </a:p>
          <a:p>
            <a:endParaRPr dirty="0"/>
          </a:p>
          <a:p>
            <a:r>
              <a:rPr b="1" dirty="0"/>
              <a:t>Mitigation:</a:t>
            </a:r>
          </a:p>
          <a:p>
            <a:r>
              <a:rPr dirty="0"/>
              <a:t>Backups</a:t>
            </a:r>
          </a:p>
          <a:p>
            <a:r>
              <a:rPr dirty="0"/>
              <a:t>Training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Requires electricity</a:t>
            </a:r>
          </a:p>
          <a:p>
            <a:r>
              <a:rPr dirty="0"/>
              <a:t>Limited offline functionality</a:t>
            </a:r>
          </a:p>
          <a:p>
            <a:r>
              <a:rPr lang="en-US" dirty="0"/>
              <a:t>I</a:t>
            </a:r>
            <a:r>
              <a:rPr dirty="0"/>
              <a:t>t depends on correct data entry.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Customer</a:t>
            </a:r>
          </a:p>
          <a:p>
            <a:r>
              <a:rPr dirty="0"/>
              <a:t>Services</a:t>
            </a:r>
          </a:p>
          <a:p>
            <a:r>
              <a:rPr dirty="0"/>
              <a:t>Appointments</a:t>
            </a:r>
          </a:p>
          <a:p>
            <a:r>
              <a:rPr lang="en-UG" dirty="0" err="1"/>
              <a:t>Appointment_Services</a:t>
            </a:r>
            <a:endParaRPr dirty="0"/>
          </a:p>
          <a:p>
            <a:r>
              <a:rPr dirty="0"/>
              <a:t>Payments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1"/>
            <a:ext cx="6798734" cy="1653987"/>
          </a:xfrm>
        </p:spPr>
        <p:txBody>
          <a:bodyPr/>
          <a:lstStyle/>
          <a:p>
            <a:r>
              <a:rPr b="1" dirty="0"/>
              <a:t>ER DIAGRAM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 algn="ctr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6382CD-0102-F70F-532B-5BB5959B4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59" y="1143000"/>
            <a:ext cx="8269414" cy="526297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Database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Customers table</a:t>
            </a:r>
          </a:p>
          <a:p>
            <a:r>
              <a:rPr dirty="0"/>
              <a:t>Service</a:t>
            </a:r>
          </a:p>
          <a:p>
            <a:r>
              <a:rPr dirty="0"/>
              <a:t>Appointment</a:t>
            </a:r>
          </a:p>
          <a:p>
            <a:r>
              <a:rPr lang="en-UG" dirty="0" err="1"/>
              <a:t>Appointment_Services</a:t>
            </a:r>
            <a:endParaRPr dirty="0"/>
          </a:p>
          <a:p>
            <a:r>
              <a:rPr dirty="0"/>
              <a:t>Payment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79EAA-3CC0-8F8E-6407-63BA5C211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G" b="1" dirty="0"/>
              <a:t>Customer table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F3001A-398B-0CCF-4CF9-7E7D2B4EDE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624" y="2057400"/>
            <a:ext cx="8337176" cy="412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664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00013-4ED0-8679-E4CF-4054C8FFF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G" b="1" dirty="0"/>
              <a:t>Services table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A08753-DA2C-19CB-3519-9FD3F2F8D2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3477" y="2036203"/>
            <a:ext cx="8338476" cy="417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230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4DA09-14E4-1DBD-627E-127AE8EA7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G" b="1" dirty="0"/>
              <a:t>Appointments table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0D1CC5-2CED-7664-EDAD-F4B54874B7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7541" y="1895099"/>
            <a:ext cx="8229599" cy="404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919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E384F-9397-6B34-42E8-55C5088A6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G" b="1" dirty="0"/>
              <a:t>Payments Table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F1B0EF-071E-45BC-B415-A9D0EB13D2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1329" y="2070846"/>
            <a:ext cx="8014447" cy="402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162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17A2C-92BE-674C-BD7A-738F10BEB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G" b="1" dirty="0"/>
              <a:t>Transactions Table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168A91-D0BD-3585-EBEA-40A1C5337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6338" y="3405044"/>
            <a:ext cx="6799262" cy="161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355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Relationships between the tables(Queries)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dirty="0"/>
              <a:t>ll Project Queries combined(Joined)</a:t>
            </a:r>
          </a:p>
          <a:p>
            <a:r>
              <a:rPr dirty="0"/>
              <a:t>Total daily revenue</a:t>
            </a:r>
          </a:p>
          <a:p>
            <a:r>
              <a:rPr dirty="0"/>
              <a:t>Payments by method</a:t>
            </a:r>
          </a:p>
          <a:p>
            <a:r>
              <a:rPr dirty="0"/>
              <a:t>Customer payment history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AA1D0-D313-B292-68D3-5E91DEF4C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All Project Queries combined(Joined)</a:t>
            </a:r>
            <a:br>
              <a:rPr lang="en-US" b="1" dirty="0"/>
            </a:b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303340-9D8C-1A61-7CC3-BD9C22A1BF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6338" y="2380129"/>
            <a:ext cx="6799262" cy="351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725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BD0B9-07D1-4FE2-8AAA-5D380639A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Total daily revenue</a:t>
            </a:r>
            <a:r>
              <a:rPr lang="en-UG" b="1" dirty="0"/>
              <a:t> and payment methods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A897FC-800C-6758-DC0E-0D21FA5C78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8226" y="2490788"/>
            <a:ext cx="5815486" cy="344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0962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D1DF8-DDB8-B287-3576-60B6876AA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Customer payment</a:t>
            </a:r>
            <a:r>
              <a:rPr lang="en-UG" dirty="0"/>
              <a:t>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0ADEA8-C24E-E8CA-AF87-F16AF61675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8566" y="1699787"/>
            <a:ext cx="7839634" cy="424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08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 conclusion, the </a:t>
            </a:r>
            <a:r>
              <a:rPr lang="en-US" dirty="0"/>
              <a:t>main goal of the system is to replace manual financial record-keeping with a structured database solution that ensures accuracy, security, and easy retrieval of transaction data</a:t>
            </a:r>
            <a:r>
              <a:rPr lang="en-UG" dirty="0"/>
              <a:t>.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77</TotalTime>
  <Words>377</Words>
  <Application>Microsoft Office PowerPoint</Application>
  <PresentationFormat>On-screen Show (4:3)</PresentationFormat>
  <Paragraphs>87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Garamond</vt:lpstr>
      <vt:lpstr>Wingdings</vt:lpstr>
      <vt:lpstr>Organic</vt:lpstr>
      <vt:lpstr>DATABASE GROUP 3 PROJECT</vt:lpstr>
      <vt:lpstr>Salon Management System</vt:lpstr>
      <vt:lpstr>PAYMENT AND TRANSACTIONS DATABASE PROJECT</vt:lpstr>
      <vt:lpstr>Reasons for choosing the transactions database</vt:lpstr>
      <vt:lpstr>Application Domain</vt:lpstr>
      <vt:lpstr>Benefits</vt:lpstr>
      <vt:lpstr>Costs</vt:lpstr>
      <vt:lpstr>User Challenges </vt:lpstr>
      <vt:lpstr>Risks</vt:lpstr>
      <vt:lpstr>Limitations</vt:lpstr>
      <vt:lpstr>Entities</vt:lpstr>
      <vt:lpstr>ER DIAGRAM </vt:lpstr>
      <vt:lpstr>Database Tables</vt:lpstr>
      <vt:lpstr>Customer table</vt:lpstr>
      <vt:lpstr>Services table</vt:lpstr>
      <vt:lpstr>Appointments table</vt:lpstr>
      <vt:lpstr>Payments Table</vt:lpstr>
      <vt:lpstr>Transactions Table</vt:lpstr>
      <vt:lpstr>Relationships between the tables(Queries)</vt:lpstr>
      <vt:lpstr>All Project Queries combined(Joined) </vt:lpstr>
      <vt:lpstr>Total daily revenue and payment methods </vt:lpstr>
      <vt:lpstr>Customer payments 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TRONNIE BILLZ</dc:creator>
  <cp:keywords/>
  <dc:description>generated using python-pptx</dc:description>
  <cp:lastModifiedBy>TRONNIE BILLZ</cp:lastModifiedBy>
  <cp:revision>8</cp:revision>
  <dcterms:created xsi:type="dcterms:W3CDTF">2013-01-27T09:14:16Z</dcterms:created>
  <dcterms:modified xsi:type="dcterms:W3CDTF">2026-05-06T15:13:37Z</dcterms:modified>
  <cp:category/>
</cp:coreProperties>
</file>